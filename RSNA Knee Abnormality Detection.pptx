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D2D613-FE77-47F2-91D0-70A3BDDAA792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3D329-3E0A-4CBD-9E96-72F87D56CA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434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3D329-3E0A-4CBD-9E96-72F87D56CA6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9704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14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2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237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9/20/2026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8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1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9534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231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30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20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536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9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519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lIns="109728" tIns="109728" rIns="109728" bIns="9144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68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43" r:id="rId5"/>
    <p:sldLayoutId id="2147483948" r:id="rId6"/>
    <p:sldLayoutId id="2147483944" r:id="rId7"/>
    <p:sldLayoutId id="2147483945" r:id="rId8"/>
    <p:sldLayoutId id="2147483946" r:id="rId9"/>
    <p:sldLayoutId id="2147483947" r:id="rId10"/>
    <p:sldLayoutId id="2147483949" r:id="rId11"/>
  </p:sldLayoutIdLst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600" b="0" kern="1200" spc="14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930"/>
        </a:spcBef>
        <a:buFont typeface="Corbel" panose="020B0503020204020204" pitchFamily="34" charset="0"/>
        <a:buNone/>
        <a:defRPr sz="1850" b="0" kern="1200" spc="14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930"/>
        </a:spcBef>
        <a:buFont typeface="Corbel" panose="020B0503020204020204" pitchFamily="34" charset="0"/>
        <a:buNone/>
        <a:defRPr sz="1600" kern="1200" spc="14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10000"/>
        </a:lnSpc>
        <a:spcBef>
          <a:spcPts val="930"/>
        </a:spcBef>
        <a:buFont typeface="Corbel" panose="020B0503020204020204" pitchFamily="34" charset="0"/>
        <a:buChar char="–"/>
        <a:defRPr sz="1400" i="1" kern="1200" spc="14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10000"/>
        </a:lnSpc>
        <a:spcBef>
          <a:spcPts val="930"/>
        </a:spcBef>
        <a:buFont typeface="Corbel" panose="020B0503020204020204" pitchFamily="34" charset="0"/>
        <a:buChar char="–"/>
        <a:defRPr sz="1400" kern="1200" spc="14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10000"/>
        </a:lnSpc>
        <a:spcBef>
          <a:spcPts val="930"/>
        </a:spcBef>
        <a:buFont typeface="Corbel" panose="020B0503020204020204" pitchFamily="34" charset="0"/>
        <a:buChar char="–"/>
        <a:defRPr sz="1400" i="1" kern="1200" spc="14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sna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86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8" name="図 7" descr="膝（ひざ）が痛い！」病院でも使える英語フレーズ、慣用句も紹介| Kimini英会話">
            <a:extLst>
              <a:ext uri="{FF2B5EF4-FFF2-40B4-BE49-F238E27FC236}">
                <a16:creationId xmlns:a16="http://schemas.microsoft.com/office/drawing/2014/main" id="{BFC23D23-E8F3-5649-2B3C-BF1FC318D3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838" r="8149" b="-1"/>
          <a:stretch>
            <a:fillRect/>
          </a:stretch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96" name="Freeform: Shape 88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97" name="Freeform: Shape 90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98" name="Freeform: Shape 92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318D54-B202-6A46-3E9D-0441ECA22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anchor="b">
            <a:normAutofit/>
          </a:bodyPr>
          <a:lstStyle/>
          <a:p>
            <a:pPr>
              <a:lnSpc>
                <a:spcPct val="104000"/>
              </a:lnSpc>
            </a:pPr>
            <a:r>
              <a:rPr kumimoji="1" lang="en-US" altLang="ja-JP" sz="6000" dirty="0"/>
              <a:t>RSNA Knee Abnormality Detection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75064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F98A44-4823-09E0-9FA5-A86BC51A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2220"/>
            <a:ext cx="12191999" cy="1345269"/>
          </a:xfrm>
        </p:spPr>
        <p:txBody>
          <a:bodyPr/>
          <a:lstStyle/>
          <a:p>
            <a:pPr algn="ctr"/>
            <a:r>
              <a:rPr kumimoji="1" lang="en-US" altLang="ja-JP" dirty="0"/>
              <a:t>RSNA(</a:t>
            </a:r>
            <a:r>
              <a:rPr lang="ja-JP" altLang="ja-JP" dirty="0"/>
              <a:t>Radiological Society of North America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A0BCAC-4933-E2BC-5ECE-1E45E3909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0712" y="2312276"/>
            <a:ext cx="8770571" cy="182575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ja-JP" dirty="0"/>
              <a:t>RSNAとは、医療画像や放射線医学の分野における世界最大級の国際学会「北米放射線学会（Radiological Society of North America）」</a:t>
            </a:r>
            <a:endParaRPr lang="en-US" altLang="ja-JP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dirty="0"/>
              <a:t>毎年、</a:t>
            </a:r>
            <a:r>
              <a:rPr kumimoji="1" lang="en-US" altLang="ja-JP" dirty="0"/>
              <a:t>Kaggle</a:t>
            </a:r>
            <a:r>
              <a:rPr kumimoji="1" lang="ja-JP" altLang="en-US" dirty="0"/>
              <a:t>に医療関連のコンペを出している</a:t>
            </a:r>
            <a:endParaRPr kumimoji="1" lang="en-US" altLang="ja-JP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dirty="0"/>
              <a:t>詳しいは　</a:t>
            </a:r>
            <a:r>
              <a:rPr kumimoji="1" lang="en-US" altLang="ja-JP" dirty="0">
                <a:hlinkClick r:id="rId2"/>
              </a:rPr>
              <a:t>https://www.rsna.org/</a:t>
            </a:r>
            <a:r>
              <a:rPr kumimoji="1" lang="ja-JP" altLang="en-US" dirty="0"/>
              <a:t>　</a:t>
            </a:r>
            <a:endParaRPr kumimoji="1" lang="en-US" altLang="ja-JP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ja-JP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58C077D-8ACC-657B-24B4-49A5A4C32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275482"/>
              </p:ext>
            </p:extLst>
          </p:nvPr>
        </p:nvGraphicFramePr>
        <p:xfrm>
          <a:off x="2031999" y="4138028"/>
          <a:ext cx="8127999" cy="2416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8489">
                  <a:extLst>
                    <a:ext uri="{9D8B030D-6E8A-4147-A177-3AD203B41FA5}">
                      <a16:colId xmlns:a16="http://schemas.microsoft.com/office/drawing/2014/main" val="4057742624"/>
                    </a:ext>
                  </a:extLst>
                </a:gridCol>
                <a:gridCol w="2456330">
                  <a:extLst>
                    <a:ext uri="{9D8B030D-6E8A-4147-A177-3AD203B41FA5}">
                      <a16:colId xmlns:a16="http://schemas.microsoft.com/office/drawing/2014/main" val="498487902"/>
                    </a:ext>
                  </a:extLst>
                </a:gridCol>
                <a:gridCol w="1173180">
                  <a:extLst>
                    <a:ext uri="{9D8B030D-6E8A-4147-A177-3AD203B41FA5}">
                      <a16:colId xmlns:a16="http://schemas.microsoft.com/office/drawing/2014/main" val="56536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コンペ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合計賞金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年度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RSNA Knee Abnormality Detection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$77,000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2026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506004"/>
                  </a:ext>
                </a:extLst>
              </a:tr>
              <a:tr h="394348">
                <a:tc>
                  <a:txBody>
                    <a:bodyPr/>
                    <a:lstStyle/>
                    <a:p>
                      <a:r>
                        <a:rPr kumimoji="1" lang="en-US" altLang="ja-JP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RSNA Intracranial Aneurysm Detection</a:t>
                      </a:r>
                      <a:endParaRPr kumimoji="1" lang="ja-JP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$50,000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2025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249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it-IT" altLang="ja-JP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RSNA 2024 Lumbar Spine Degenerative Classification</a:t>
                      </a:r>
                      <a:endParaRPr kumimoji="1" lang="ja-JP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$50,000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2024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797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pt-BR" altLang="ja-JP" dirty="0"/>
                        <a:t>RSNA 2023 Abdominal Trauma Detection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$50,000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2023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297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561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695F4-7CAB-B53C-88FB-D60157482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このコンペは何をするの？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51A3AC-8A20-9AE9-C7A9-091965E27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ja-JP" altLang="en-US" dirty="0"/>
              <a:t>膝の</a:t>
            </a:r>
            <a:r>
              <a:rPr lang="en-US" altLang="ja-JP" dirty="0"/>
              <a:t>MRI</a:t>
            </a:r>
            <a:r>
              <a:rPr lang="ja-JP" altLang="en-US" dirty="0"/>
              <a:t>検査から</a:t>
            </a:r>
            <a:r>
              <a:rPr lang="en-US" altLang="ja-JP" dirty="0"/>
              <a:t>12</a:t>
            </a:r>
            <a:r>
              <a:rPr lang="ja-JP" altLang="en-US" dirty="0"/>
              <a:t>種類の異常を予測する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681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12A894-02E2-1459-F8E1-7747E6ED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9FACA9-DAB2-252A-9C20-BA06E869E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9156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0C8FC593-6B6B-00A7-E864-B095E19F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9616" y="643467"/>
            <a:ext cx="83461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76240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Yu Mincho Demibold"/>
        <a:ea typeface=""/>
        <a:cs typeface=""/>
      </a:majorFont>
      <a:minorFont>
        <a:latin typeface="Yu Gothic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121</Words>
  <Application>Microsoft Office PowerPoint</Application>
  <PresentationFormat>ワイド画面</PresentationFormat>
  <Paragraphs>23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3" baseType="lpstr">
      <vt:lpstr>Meiryo</vt:lpstr>
      <vt:lpstr>Yu Gothic</vt:lpstr>
      <vt:lpstr>Yu Gothic</vt:lpstr>
      <vt:lpstr>Yu Mincho Demibold</vt:lpstr>
      <vt:lpstr>Arial</vt:lpstr>
      <vt:lpstr>Corbel</vt:lpstr>
      <vt:lpstr>Wingdings</vt:lpstr>
      <vt:lpstr>SketchLinesVTI</vt:lpstr>
      <vt:lpstr>RSNA Knee Abnormality Detection</vt:lpstr>
      <vt:lpstr>RSNA(Radiological Society of North America)</vt:lpstr>
      <vt:lpstr>このコンペは何をするの？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j25333pa</dc:creator>
  <cp:lastModifiedBy>j25333pa</cp:lastModifiedBy>
  <cp:revision>2</cp:revision>
  <dcterms:created xsi:type="dcterms:W3CDTF">2026-09-20T07:16:53Z</dcterms:created>
  <dcterms:modified xsi:type="dcterms:W3CDTF">2026-09-20T10:30:50Z</dcterms:modified>
</cp:coreProperties>
</file>